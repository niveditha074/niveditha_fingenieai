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56" r:id="rId3"/>
    <p:sldId id="257" r:id="rId4"/>
    <p:sldId id="262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FA67C-6E68-2E8D-95AF-AF35AC1A4AE8}" v="165" dt="2026-06-17T19:35:31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15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15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09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0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2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9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72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9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592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B59F-09DA-F919-52EC-861FB107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87562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FinGenie</a:t>
            </a:r>
            <a:r>
              <a:rPr lang="en-US" dirty="0">
                <a:ea typeface="+mj-lt"/>
                <a:cs typeface="+mj-lt"/>
              </a:rPr>
              <a:t> AI</a:t>
            </a:r>
            <a:br>
              <a:rPr lang="en-US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Intelligent Digital Banking &amp; Wealth Management Platform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23BB6-04FB-5E1E-86B1-F4D94C4F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0353"/>
            <a:ext cx="10515600" cy="28966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Presented By: Niveditha H S </a:t>
            </a:r>
          </a:p>
          <a:p>
            <a:pPr marL="0" indent="0">
              <a:buNone/>
            </a:pPr>
            <a:r>
              <a:rPr lang="en-US" dirty="0"/>
              <a:t>Trainer Name :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javeed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0564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eencoded.png">
            <a:extLst>
              <a:ext uri="{FF2B5EF4-FFF2-40B4-BE49-F238E27FC236}">
                <a16:creationId xmlns:a16="http://schemas.microsoft.com/office/drawing/2014/main" id="{F400D6D9-B23F-CC9C-AA5A-D8290A248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11" y="-1206"/>
            <a:ext cx="4557531" cy="68507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88F3C1-FB01-5269-4574-B07EF28E93EB}"/>
              </a:ext>
            </a:extLst>
          </p:cNvPr>
          <p:cNvSpPr txBox="1"/>
          <p:nvPr/>
        </p:nvSpPr>
        <p:spPr>
          <a:xfrm>
            <a:off x="4757646" y="883342"/>
            <a:ext cx="490380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 err="1">
                <a:latin typeface="Nunito SemiBold"/>
              </a:rPr>
              <a:t>FinGenie</a:t>
            </a:r>
            <a:r>
              <a:rPr lang="en-US" sz="4000" b="1" dirty="0">
                <a:latin typeface="Nunito SemiBold"/>
              </a:rPr>
              <a:t> AI</a:t>
            </a:r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EC3B0-DB33-412E-F84E-B816DA2828D0}"/>
              </a:ext>
            </a:extLst>
          </p:cNvPr>
          <p:cNvSpPr txBox="1"/>
          <p:nvPr/>
        </p:nvSpPr>
        <p:spPr>
          <a:xfrm>
            <a:off x="4979082" y="2663230"/>
            <a:ext cx="6784692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>
                <a:latin typeface="Nunito SemiBold"/>
              </a:rPr>
              <a:t>AI-Powered Digital Banking Ecosystem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5300-205F-1126-3CB6-E5E0B27C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A17C3522-71F8-F719-1512-3D39F49D8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36" y="-330"/>
            <a:ext cx="12200592" cy="685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1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9C39-C03B-F198-508A-B7FB84C6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326EF5-713C-E9F4-92D7-897D9871D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5" y="2613"/>
            <a:ext cx="12187095" cy="684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5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F65D-ABF0-D717-BAB8-43A9F317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1466D18-1FF9-4C76-0B04-6D060DD57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691" y="-2943"/>
            <a:ext cx="12195736" cy="68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773D-24D2-3825-F060-996323DF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screen&#10;&#10;AI-generated content may be incorrect.">
            <a:extLst>
              <a:ext uri="{FF2B5EF4-FFF2-40B4-BE49-F238E27FC236}">
                <a16:creationId xmlns:a16="http://schemas.microsoft.com/office/drawing/2014/main" id="{3259C1AA-99E1-76CB-51DB-1C239D549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" y="3757"/>
            <a:ext cx="12167947" cy="684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4348-947F-D3CA-6EAF-F1AEC0AB4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747160-5C9D-9785-BECA-016F56DD8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59" y="352468"/>
            <a:ext cx="5773939" cy="595283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545ABE-9537-9C18-67AF-987239157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22" y="374382"/>
            <a:ext cx="5236813" cy="594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70A-440F-4C1E-9571-FBFDEB76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E6FC0-D31F-BD7A-BF33-4DF87D588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08" y="353451"/>
            <a:ext cx="10513835" cy="615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5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C5AE-D609-1869-4B98-A6005194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8F19B2-DE0A-8D43-BF45-FE0CCDA0A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631" y="361002"/>
            <a:ext cx="10472123" cy="59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9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696-6C85-336C-6628-940356F4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4FC55A-29C2-77E8-5D53-57548635C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53" y="362606"/>
            <a:ext cx="11639925" cy="57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3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age 5 | 18,000+ Blue Thank You Card Pictures">
            <a:extLst>
              <a:ext uri="{FF2B5EF4-FFF2-40B4-BE49-F238E27FC236}">
                <a16:creationId xmlns:a16="http://schemas.microsoft.com/office/drawing/2014/main" id="{6A668C37-C3B9-E317-78C2-2B61B5B88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369" y="643467"/>
            <a:ext cx="1056126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3723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PortalVTI</vt:lpstr>
      <vt:lpstr>FinGenie AI Intelligent Digital Banking &amp; Wealth Management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2026-06-17T15:45:31Z</dcterms:created>
  <dcterms:modified xsi:type="dcterms:W3CDTF">2026-06-17T19:36:39Z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db2a94-1328-4cb2-b589-c6efe5808a7a_Enabled">
    <vt:lpwstr>true</vt:lpwstr>
  </property>
  <property fmtid="{D5CDD505-2E9C-101B-9397-08002B2CF9AE}" pid="3" name="MSIP_Label_08db2a94-1328-4cb2-b589-c6efe5808a7a_SetDate">
    <vt:lpwstr>2026-06-17T18:07:33Z</vt:lpwstr>
  </property>
  <property fmtid="{D5CDD505-2E9C-101B-9397-08002B2CF9AE}" pid="4" name="MSIP_Label_08db2a94-1328-4cb2-b589-c6efe5808a7a_Method">
    <vt:lpwstr>Privileged</vt:lpwstr>
  </property>
  <property fmtid="{D5CDD505-2E9C-101B-9397-08002B2CF9AE}" pid="5" name="MSIP_Label_08db2a94-1328-4cb2-b589-c6efe5808a7a_Name">
    <vt:lpwstr>Personal - Individual Use</vt:lpwstr>
  </property>
  <property fmtid="{D5CDD505-2E9C-101B-9397-08002B2CF9AE}" pid="6" name="MSIP_Label_08db2a94-1328-4cb2-b589-c6efe5808a7a_SiteId">
    <vt:lpwstr>258ac4e4-146a-411e-9dc8-79a9e12fd6da</vt:lpwstr>
  </property>
  <property fmtid="{D5CDD505-2E9C-101B-9397-08002B2CF9AE}" pid="7" name="MSIP_Label_08db2a94-1328-4cb2-b589-c6efe5808a7a_ActionId">
    <vt:lpwstr>cb3f3d8c-c440-4e3b-b4bb-017185f22958</vt:lpwstr>
  </property>
  <property fmtid="{D5CDD505-2E9C-101B-9397-08002B2CF9AE}" pid="8" name="MSIP_Label_08db2a94-1328-4cb2-b589-c6efe5808a7a_ContentBits">
    <vt:lpwstr>2</vt:lpwstr>
  </property>
  <property fmtid="{D5CDD505-2E9C-101B-9397-08002B2CF9AE}" pid="9" name="MSIP_Label_08db2a94-1328-4cb2-b589-c6efe5808a7a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Personal - Individual Use</vt:lpwstr>
  </property>
  <property fmtid="{D5CDD505-2E9C-101B-9397-08002B2CF9AE}" pid="12" name="MSIP_Label_a8c544ca-bb84-4280-906e-934547e1d30c_ActionId">
    <vt:lpwstr>582577ac-9119-4709-a00e-7581e4285fc8</vt:lpwstr>
  </property>
  <property fmtid="{D5CDD505-2E9C-101B-9397-08002B2CF9AE}" pid="13" name="Sensitivity">
    <vt:lpwstr>Internal - General Use</vt:lpwstr>
  </property>
  <property fmtid="{D5CDD505-2E9C-101B-9397-08002B2CF9AE}" pid="14" name="MSIP_Label_a8c544ca-bb84-4280-906e-934547e1d30c_Enabled">
    <vt:lpwstr>True</vt:lpwstr>
  </property>
  <property fmtid="{D5CDD505-2E9C-101B-9397-08002B2CF9AE}" pid="15" name="MSIP_Label_a8c544ca-bb84-4280-906e-934547e1d30c_Removed">
    <vt:lpwstr>False</vt:lpwstr>
  </property>
  <property fmtid="{D5CDD505-2E9C-101B-9397-08002B2CF9AE}" pid="16" name="MSIP_Label_a8c544ca-bb84-4280-906e-934547e1d30c_SiteId">
    <vt:lpwstr>258ac4e4-146a-411e-9dc8-79a9e12fd6da</vt:lpwstr>
  </property>
  <property fmtid="{D5CDD505-2E9C-101B-9397-08002B2CF9AE}" pid="17" name="MSIP_Label_a8c544ca-bb84-4280-906e-934547e1d30c_SetDate">
    <vt:lpwstr>2026-06-17T15:47:50Z</vt:lpwstr>
  </property>
  <property fmtid="{D5CDD505-2E9C-101B-9397-08002B2CF9AE}" pid="18" name="MSIP_Label_a8c544ca-bb84-4280-906e-934547e1d30c_Name">
    <vt:lpwstr>Internal - General Use</vt:lpwstr>
  </property>
  <property fmtid="{D5CDD505-2E9C-101B-9397-08002B2CF9AE}" pid="19" name="MSIP_Label_a8c544ca-bb84-4280-906e-934547e1d30c_Extended_MSFT_Method">
    <vt:lpwstr>Standard</vt:lpwstr>
  </property>
</Properties>
</file>